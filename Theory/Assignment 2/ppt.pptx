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task: predicting 40 yes/no attributes of a pedestrian from one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hidden test set is the main difficulty.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score is called Avg on the leaderboard.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Trained on one RTX 3080 Ti laptop GPU. Thresholds were tuned on validation and folded into the model output so run.py stays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runs are real Codabench submissions with status Finished.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numbers are on a different scale from the leaderboard Avg, but the gap shows domain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run.py bug where the image path was relative and how it was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1 was ID for 0.7565; Run 2 is submission 996154 with 0.7584.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ideas, not tested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18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5181E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14"/>
            <a:ext cx="105664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9DB9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COMPUTER VISION · ASSIGNMENT 2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7066"/>
            <a:ext cx="11379200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Pedestrian Attribute Recognition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9668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9CD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2027, Track 1 (WACV RWS)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557573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5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Adina Faraz (23K-0008) and Syed Muneeb Ur Rehman (23K-0038)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 task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14"/>
            <a:ext cx="11379200" cy="38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518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at one cropped image of a person and say which of 40 attributes are present.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6234" y="2334220"/>
            <a:ext cx="10832338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0566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Examples: gender, age group, hair length, clothing type and colour, bag, hat.</a:t>
            </a:r>
            <a:endParaRPr lang="en-US" sz="1800" dirty="0"/>
          </a:p>
          <a:p>
            <a:pPr algn="l" marL="210566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attribute is a yes/no answer, so this is multi-label classification.</a:t>
            </a:r>
            <a:endParaRPr lang="en-US" sz="1800" dirty="0"/>
          </a:p>
          <a:p>
            <a:pPr algn="l" marL="210566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1 of the UPAR Challenge 2027, run on Codabench (competition 18180).</a:t>
            </a:r>
            <a:endParaRPr lang="en-US" sz="1800" dirty="0"/>
          </a:p>
          <a:p>
            <a:pPr algn="l" marL="210566" indent="-210566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data is hidden and comes from different cameras than the training data.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Data and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15"/>
            <a:ext cx="5127752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2016720"/>
            <a:ext cx="5127752" cy="127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Track 1 training set: 97,669 images, validation set: 33,407 images. It is built from PA100k, PETA and Market1501, with 40 shared attributes.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395729"/>
            <a:ext cx="5127752" cy="651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attributes are not labelled in some source datasets, so those labels are skipped in the loss.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1615415"/>
            <a:ext cx="5127752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016720"/>
            <a:ext cx="5127752" cy="651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accuracy (mA) over attributes, and instance-level F1.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769726"/>
            <a:ext cx="5127752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ranking score is the harmonic mean of the two, averaged over the three datasets. A prediction counts as positive when its probability is above 0.5.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Our method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315"/>
          <a:ext cx="10553700" cy="2920471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we did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ConvNeXt-Small pretrained on ImageNet, fine-tuned with a 40-output head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3768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Loss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Weighted binary cross-entropy that ignores missing labels, label smoothing 0.02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Training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AdamW, OneCycle schedule, bf16, EMA of weights, strong augmentation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Input size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Run 1: 256 x 128. Run 2: 320 x 160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Inference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Flip test-time augmentation and one tuned threshold per attribute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Results on the hidden test 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21765"/>
            <a:ext cx="3251200" cy="0"/>
          </a:xfrm>
          <a:prstGeom prst="line">
            <a:avLst/>
          </a:prstGeom>
          <a:noFill/>
          <a:ln w="12700">
            <a:solidFill>
              <a:srgbClr val="1518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780515"/>
            <a:ext cx="334873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1 (256 x 128)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80220"/>
            <a:ext cx="334873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0.7565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470400" y="1621765"/>
            <a:ext cx="3251200" cy="0"/>
          </a:xfrm>
          <a:prstGeom prst="line">
            <a:avLst/>
          </a:prstGeom>
          <a:noFill/>
          <a:ln w="12700">
            <a:solidFill>
              <a:srgbClr val="2F5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0400" y="1780515"/>
            <a:ext cx="334873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F5D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2 (320 x 160), our best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70400" y="2080220"/>
            <a:ext cx="334873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F5D8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0.7584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8128000" y="1621765"/>
            <a:ext cx="3251200" cy="0"/>
          </a:xfrm>
          <a:prstGeom prst="line">
            <a:avLst/>
          </a:prstGeom>
          <a:noFill/>
          <a:ln w="12700">
            <a:solidFill>
              <a:srgbClr val="9AA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0" y="1780515"/>
            <a:ext cx="334873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 1 on leaderboard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0" y="2080220"/>
            <a:ext cx="334873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5A5F6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0.8000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2800" y="3106341"/>
            <a:ext cx="11379200" cy="338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input resolution gave only +0.002, which is small and could be noise. The score is the leaderboard Avg.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Analysis: validation versus test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615415"/>
            <a:ext cx="2078196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F6F5F1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87.7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2644115"/>
            <a:ext cx="178378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score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54230" y="1615415"/>
            <a:ext cx="2078196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7000" b="1" dirty="0">
                <a:solidFill>
                  <a:srgbClr val="9DB9D6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75.7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3154230" y="2644115"/>
            <a:ext cx="178378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DD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Hidden test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3346" y="3266415"/>
            <a:ext cx="10825226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454" indent="-20345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3E5E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gap of about 12 points means the model overfits to the training cameras.</a:t>
            </a:r>
            <a:endParaRPr lang="en-US" sz="1700" dirty="0"/>
          </a:p>
          <a:p>
            <a:pPr algn="l" marL="203454" indent="-20345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3E5E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Per-attribute thresholds tuned on validation help there but give less on the test set.</a:t>
            </a:r>
            <a:endParaRPr lang="en-US" sz="1700" dirty="0"/>
          </a:p>
          <a:p>
            <a:pPr algn="l" marL="203454" indent="-203454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3E5E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 attributes are harder, so we weighted the loss towards them.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0A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Challenges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315"/>
          <a:ext cx="10553700" cy="2476500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Challenge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we handled it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Domain shift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Strong augmentation, EMA weights, flip test-time augmentation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Class imbalance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Weighted loss and per-attribute thresholds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labels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Masked loss that skips unlabelled attributes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limits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minute limit and only torch in the container, so we used torchvision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Windows setup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518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Python version, old driver (CUDA 11.8 build) and blocked packages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Proof of Codabench submission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15"/>
            <a:ext cx="5130800" cy="2667000"/>
          </a:xfrm>
          <a:prstGeom prst="rect">
            <a:avLst/>
          </a:prstGeom>
          <a:solidFill>
            <a:srgbClr val="E7E5DF"/>
          </a:solidFill>
          <a:ln/>
        </p:spPr>
      </p:sp>
      <p:pic>
        <p:nvPicPr>
          <p:cNvPr id="4" name="Image 0" descr="Codabench submissions page showing both runs with status Finished">    </p:cNvPr>
          <p:cNvPicPr>
            <a:picLocks noChangeAspect="1"/>
          </p:cNvPicPr>
          <p:nvPr/>
        </p:nvPicPr>
        <p:blipFill>
          <a:blip r:embed="rId1"/>
          <a:srcRect l="-7011" r="-7011" t="0" b="0"/>
          <a:stretch/>
        </p:blipFill>
        <p:spPr>
          <a:xfrm>
            <a:off x="819150" y="1520165"/>
            <a:ext cx="5118100" cy="265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516990"/>
            <a:ext cx="5124450" cy="2660650"/>
          </a:xfrm>
          <a:prstGeom prst="rect">
            <a:avLst/>
          </a:prstGeom>
          <a:noFill/>
          <a:ln w="6350">
            <a:solidFill>
              <a:srgbClr val="C9CD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282418"/>
            <a:ext cx="528472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Submissions page: both runs Finished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48400" y="1513815"/>
            <a:ext cx="5130800" cy="2667000"/>
          </a:xfrm>
          <a:prstGeom prst="rect">
            <a:avLst/>
          </a:prstGeom>
          <a:solidFill>
            <a:srgbClr val="E7E5DF"/>
          </a:solidFill>
          <a:ln/>
        </p:spPr>
      </p:sp>
      <p:pic>
        <p:nvPicPr>
          <p:cNvPr id="8" name="Image 1" descr="Codabench leaderboard row for our team">    </p:cNvPr>
          <p:cNvPicPr>
            <a:picLocks noChangeAspect="1"/>
          </p:cNvPicPr>
          <p:nvPr/>
        </p:nvPicPr>
        <p:blipFill>
          <a:blip r:embed="rId2"/>
          <a:srcRect l="0" r="0" t="-98457" b="-98457"/>
          <a:stretch/>
        </p:blipFill>
        <p:spPr>
          <a:xfrm>
            <a:off x="6254750" y="1520165"/>
            <a:ext cx="5118100" cy="26543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51575" y="1516990"/>
            <a:ext cx="5124450" cy="2660650"/>
          </a:xfrm>
          <a:prstGeom prst="rect">
            <a:avLst/>
          </a:prstGeom>
          <a:noFill/>
          <a:ln w="6350">
            <a:solidFill>
              <a:srgbClr val="C9CD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48400" y="4282418"/>
            <a:ext cx="5284724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Leaderboard row for our team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518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we would improve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2772" y="1615418"/>
            <a:ext cx="10845800" cy="195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4028" indent="-2240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on more varied data and use stronger colour and camera augmentation to reduce the domain gap.</a:t>
            </a:r>
            <a:endParaRPr lang="en-US" sz="1900" dirty="0"/>
          </a:p>
          <a:p>
            <a:pPr algn="l" marL="224028" indent="-2240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a larger backbone or an ensemble of two models.</a:t>
            </a:r>
            <a:endParaRPr lang="en-US" sz="1900" dirty="0"/>
          </a:p>
          <a:p>
            <a:pPr algn="l" marL="224028" indent="-2240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Tune thresholds with a validation split that looks more like the test cameras.</a:t>
            </a:r>
            <a:endParaRPr lang="en-US" sz="1900" dirty="0"/>
          </a:p>
          <a:p>
            <a:pPr algn="l" marL="224028" indent="-224028">
              <a:lnSpc>
                <a:spcPts val="3040"/>
              </a:lnSpc>
              <a:buSzPct val="100000"/>
              <a:buChar char="•"/>
            </a:pPr>
            <a:r>
              <a:rPr lang="en-US" sz="1900" dirty="0">
                <a:solidFill>
                  <a:srgbClr val="3C414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attribute relations, for example hair length together with gender.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1962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UPAR Challenge Track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5F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AR Challenge Track 1 - Demo Presentation">
  <a:themeElements>
    <a:clrScheme name="UPAR Challenge Track 1 - Demo Presentation">
      <a:dk1>
        <a:srgbClr val="3C414A"/>
      </a:dk1>
      <a:lt1>
        <a:srgbClr val="F6F5F1"/>
      </a:lt1>
      <a:dk2>
        <a:srgbClr val="6B6E74"/>
      </a:dk2>
      <a:lt2>
        <a:srgbClr val="E3E3E0"/>
      </a:lt2>
      <a:accent1>
        <a:srgbClr val="2F5D8A"/>
      </a:accent1>
      <a:accent2>
        <a:srgbClr val="9DB9D6"/>
      </a:accent2>
      <a:accent3>
        <a:srgbClr val="5A5F69"/>
      </a:accent3>
      <a:accent4>
        <a:srgbClr val="15181E"/>
      </a:accent4>
      <a:accent5>
        <a:srgbClr val="C9CDD4"/>
      </a:accent5>
      <a:accent6>
        <a:srgbClr val="9AA0A8"/>
      </a:accent6>
      <a:hlink>
        <a:srgbClr val="0563C1"/>
      </a:hlink>
      <a:folHlink>
        <a:srgbClr val="954F72"/>
      </a:folHlink>
    </a:clrScheme>
    <a:fontScheme name="UPAR Challenge Track 1 - Demo Presentation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UPAR Challenge Track 1 - Demo Presentation</dc:title>
  <dc:subject/>
  <dc:creator/>
  <cp:lastModifiedBy/>
  <cp:revision>1</cp:revision>
  <dcterms:created xsi:type="dcterms:W3CDTF">2026-10-17T20:56:52Z</dcterms:created>
  <dcterms:modified xsi:type="dcterms:W3CDTF">2026-10-17T20:56:52Z</dcterms:modified>
</cp:coreProperties>
</file>